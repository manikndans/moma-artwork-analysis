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2" r:id="rId1"/>
  </p:sldMasterIdLst>
  <p:notesMasterIdLst>
    <p:notesMasterId r:id="rId11"/>
  </p:notesMasterIdLst>
  <p:sldIdLst>
    <p:sldId id="256" r:id="rId2"/>
    <p:sldId id="257" r:id="rId3"/>
    <p:sldId id="260" r:id="rId4"/>
    <p:sldId id="270" r:id="rId5"/>
    <p:sldId id="265" r:id="rId6"/>
    <p:sldId id="266" r:id="rId7"/>
    <p:sldId id="267" r:id="rId8"/>
    <p:sldId id="268" r:id="rId9"/>
    <p:sldId id="26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02" autoAdjust="0"/>
  </p:normalViewPr>
  <p:slideViewPr>
    <p:cSldViewPr snapToGrid="0">
      <p:cViewPr>
        <p:scale>
          <a:sx n="50" d="100"/>
          <a:sy n="50" d="100"/>
        </p:scale>
        <p:origin x="1186" y="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AD5A6A-59A2-4087-A8DC-939BAFF7A0E3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00EC5-C475-455E-91DF-31B3DD8C78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6227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00EC5-C475-455E-91DF-31B3DD8C78D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778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00EC5-C475-455E-91DF-31B3DD8C78D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274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6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48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17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775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434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613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568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875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629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705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657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0743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053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1625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2382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5508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544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6771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3" r:id="rId1"/>
    <p:sldLayoutId id="2147483864" r:id="rId2"/>
    <p:sldLayoutId id="2147483865" r:id="rId3"/>
    <p:sldLayoutId id="2147483866" r:id="rId4"/>
    <p:sldLayoutId id="2147483867" r:id="rId5"/>
    <p:sldLayoutId id="2147483868" r:id="rId6"/>
    <p:sldLayoutId id="2147483869" r:id="rId7"/>
    <p:sldLayoutId id="2147483870" r:id="rId8"/>
    <p:sldLayoutId id="2147483871" r:id="rId9"/>
    <p:sldLayoutId id="2147483872" r:id="rId10"/>
    <p:sldLayoutId id="2147483873" r:id="rId11"/>
    <p:sldLayoutId id="2147483874" r:id="rId12"/>
    <p:sldLayoutId id="2147483875" r:id="rId13"/>
    <p:sldLayoutId id="2147483876" r:id="rId14"/>
    <p:sldLayoutId id="2147483877" r:id="rId15"/>
    <p:sldLayoutId id="2147483878" r:id="rId16"/>
    <p:sldLayoutId id="214748387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981" y="1927292"/>
            <a:ext cx="6837219" cy="232037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Museum Artwork Collection Analysis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385EC9-0960-76AD-08D7-0C99C67DF050}"/>
              </a:ext>
            </a:extLst>
          </p:cNvPr>
          <p:cNvSpPr txBox="1"/>
          <p:nvPr/>
        </p:nvSpPr>
        <p:spPr>
          <a:xfrm>
            <a:off x="788231" y="4762937"/>
            <a:ext cx="513410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Manikandan 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 Excel, SQL Server, Power BI</a:t>
            </a:r>
            <a:endParaRPr lang="en-US" sz="2000" b="1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CAC3-1F8B-ED1F-5FCE-6944D2FFA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Project Overview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BB8AF3F-F722-20A7-539B-496938C1B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767" y="3030279"/>
            <a:ext cx="9237921" cy="3349255"/>
          </a:xfrm>
        </p:spPr>
        <p:txBody>
          <a:bodyPr>
            <a:normAutofit/>
          </a:bodyPr>
          <a:lstStyle/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modern the artworks are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featured artists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Acquisition trends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artwork classifications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used mediums</a:t>
            </a:r>
          </a:p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Nationality distribution of artists</a:t>
            </a:r>
          </a:p>
          <a:p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0EE1BD-9B31-341F-9666-EDE4C726E310}"/>
              </a:ext>
            </a:extLst>
          </p:cNvPr>
          <p:cNvSpPr txBox="1"/>
          <p:nvPr/>
        </p:nvSpPr>
        <p:spPr>
          <a:xfrm>
            <a:off x="152399" y="2367147"/>
            <a:ext cx="11405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the Museum of Modern Art (MoMA) artwork collection to identify: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04ECDF-C671-E421-ABDE-4C87FBC2C5A8}"/>
              </a:ext>
            </a:extLst>
          </p:cNvPr>
          <p:cNvSpPr txBox="1"/>
          <p:nvPr/>
        </p:nvSpPr>
        <p:spPr>
          <a:xfrm>
            <a:off x="152399" y="1690688"/>
            <a:ext cx="571677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:</a:t>
            </a:r>
          </a:p>
        </p:txBody>
      </p:sp>
    </p:spTree>
    <p:extLst>
      <p:ext uri="{BB962C8B-B14F-4D97-AF65-F5344CB8AC3E}">
        <p14:creationId xmlns:p14="http://schemas.microsoft.com/office/powerpoint/2010/main" val="3553664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A7EA1-EB57-FDAD-079F-DC7B6219F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" y="278595"/>
            <a:ext cx="10515600" cy="73105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Data Cleaning</a:t>
            </a:r>
            <a:endParaRPr lang="en-US" sz="5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DE23B3-5D5B-C26F-22F5-82B567067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5" y="1288246"/>
            <a:ext cx="10515600" cy="488395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Data Cleaning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 records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missing values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year columns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Created_Year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DateAcquired_Year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null values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unnecessary columns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Checks</a:t>
            </a:r>
          </a:p>
          <a:p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Check</a:t>
            </a:r>
          </a:p>
          <a:p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 Value Analysis</a:t>
            </a:r>
          </a:p>
          <a:p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 Validation</a:t>
            </a:r>
          </a:p>
        </p:txBody>
      </p:sp>
    </p:spTree>
    <p:extLst>
      <p:ext uri="{BB962C8B-B14F-4D97-AF65-F5344CB8AC3E}">
        <p14:creationId xmlns:p14="http://schemas.microsoft.com/office/powerpoint/2010/main" val="1224427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786F04-CFEE-BD05-72B6-B7F32AE52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(After cleaning)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2AE5BB-80F3-72D6-10D8-5711B78D4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269208"/>
            <a:ext cx="5157787" cy="823911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Artwork Table: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E25F5E-ADF9-DB72-5DF6-DB8C75848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1" y="1681163"/>
            <a:ext cx="5157787" cy="3210877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Artist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Created_Year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DateAcquired_Year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ConstituentID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ObjectID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4398B44-9D1D-A57B-02A1-39981DAC81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1269207"/>
            <a:ext cx="5183188" cy="823912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Artists  Table :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2F9723D-84D2-1E95-01C7-C4C222F922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94398" y="1690688"/>
            <a:ext cx="5183188" cy="2622232"/>
          </a:xfrm>
        </p:spPr>
        <p:txBody>
          <a:bodyPr>
            <a:normAutofit/>
          </a:bodyPr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ConstituentID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DisplayName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BeginDate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EndDate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4A74F6-0661-7D78-6EDF-A995EAD3CA3A}"/>
              </a:ext>
            </a:extLst>
          </p:cNvPr>
          <p:cNvSpPr txBox="1"/>
          <p:nvPr/>
        </p:nvSpPr>
        <p:spPr>
          <a:xfrm>
            <a:off x="5994398" y="4678680"/>
            <a:ext cx="47802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Key: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ConstituentID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6550F7-4B61-FFB4-1BF2-6556F5FA3956}"/>
              </a:ext>
            </a:extLst>
          </p:cNvPr>
          <p:cNvSpPr txBox="1"/>
          <p:nvPr/>
        </p:nvSpPr>
        <p:spPr>
          <a:xfrm>
            <a:off x="836610" y="5607913"/>
            <a:ext cx="87036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Artworks: 157,630                                   Artists: 15,638</a:t>
            </a:r>
          </a:p>
          <a:p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sz="2100" dirty="0"/>
          </a:p>
        </p:txBody>
      </p:sp>
    </p:spTree>
    <p:extLst>
      <p:ext uri="{BB962C8B-B14F-4D97-AF65-F5344CB8AC3E}">
        <p14:creationId xmlns:p14="http://schemas.microsoft.com/office/powerpoint/2010/main" val="1470948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6EE3D-3ADD-1C30-40B4-87FDB803C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Analysis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5555E-980F-5C03-3D2E-482A10E30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Queries Used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Artwork Count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Artist Count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Oldest Artwork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Newest Artwork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Artwork Classification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 Analysis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Acquisition Trend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Nationality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2253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1C09D-38AF-E2B0-2F49-A50A6AD70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8C409-6D83-18A8-8A70-63D64262D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6400"/>
            <a:ext cx="10515600" cy="32004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Artworks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Artists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Classifications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Mediums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Nationalities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954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0948B-6FF4-4395-AD0D-B18FF8362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 Bi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5FC0A-CA0B-20C3-8EFD-DF1D8F9FA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040" y="1932305"/>
            <a:ext cx="10515600" cy="347789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Artwork Age &amp; Modernity Analysis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Featured Artists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Acquisition Trends Over Time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Common Artwork Types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Frequently Used Mediums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Artwork Distribution by Nationality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014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069B6-4E4B-1737-D2A7-E9E2FFD5B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7F37F-ECB6-80D7-1490-55A08A6DD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and diverse artwork collection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representation of specific artists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Photography and prints dominate classifications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Acquisition activity increased over time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nationalities represented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representation varies significantly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Continue expanding artist diversity and strengthen representation across underrepresented groups and regions.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274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B4856-FBA9-D3CA-6B8E-267B2FCF4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04160"/>
            <a:ext cx="10515600" cy="2423160"/>
          </a:xfrm>
        </p:spPr>
        <p:txBody>
          <a:bodyPr>
            <a:normAutofit/>
          </a:bodyPr>
          <a:lstStyle/>
          <a:p>
            <a:pPr algn="ctr"/>
            <a:r>
              <a:rPr lang="en-IN" sz="9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161173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67</TotalTime>
  <Words>264</Words>
  <Application>Microsoft Office PowerPoint</Application>
  <PresentationFormat>Widescreen</PresentationFormat>
  <Paragraphs>83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Century Gothic</vt:lpstr>
      <vt:lpstr>Times New Roman</vt:lpstr>
      <vt:lpstr>Wingdings 3</vt:lpstr>
      <vt:lpstr>Ion</vt:lpstr>
      <vt:lpstr>Museum Artwork Collection Analysis</vt:lpstr>
      <vt:lpstr>Project Overview</vt:lpstr>
      <vt:lpstr>Data Cleaning</vt:lpstr>
      <vt:lpstr>Dataset Overview(After cleaning)  </vt:lpstr>
      <vt:lpstr>SQL Analysis </vt:lpstr>
      <vt:lpstr>KPI Overview</vt:lpstr>
      <vt:lpstr> Power Bi Visualization</vt:lpstr>
      <vt:lpstr>Key Insights &amp; Recommendations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Museum Artwork Collection Analysis</dc:title>
  <dc:creator>Manikandan s</dc:creator>
  <cp:lastModifiedBy>Manikandan s</cp:lastModifiedBy>
  <cp:revision>43</cp:revision>
  <dcterms:created xsi:type="dcterms:W3CDTF">2026-06-13T13:23:44Z</dcterms:created>
  <dcterms:modified xsi:type="dcterms:W3CDTF">2026-06-14T09:23:57Z</dcterms:modified>
</cp:coreProperties>
</file>